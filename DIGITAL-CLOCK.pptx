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image" Target="../media/image-7-2.png"/><Relationship Id="rId11" Type="http://schemas.openxmlformats.org/officeDocument/2006/relationships/image" Target="../media/image-7-3.svg"/><Relationship Id="rId12" Type="http://schemas.openxmlformats.org/officeDocument/2006/relationships/image" Target="../media/image-7-2.png"/><Relationship Id="rId13" Type="http://schemas.openxmlformats.org/officeDocument/2006/relationships/image" Target="../media/image-7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e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915269"/>
            <a:ext cx="4722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CLOCK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3925119" y="2615133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Real-Time Web-Based Clock Application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00FF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by: Vaishnavi</a:t>
            </a:r>
            <a:pPr algn="ctr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Bachelor of Computer Applications (BCA)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175296"/>
            <a:ext cx="5177582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3474988" y="180431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 Clock is a web application that displays the current time in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00FF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time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4988" y="2190601"/>
            <a:ext cx="2517874" cy="809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1997" y="2351410"/>
            <a:ext cx="21200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clock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621" y="2190601"/>
            <a:ext cx="2517949" cy="8090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71630" y="2351410"/>
            <a:ext cx="2120131" cy="487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Auto-updates every second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4988" y="3141390"/>
            <a:ext cx="2517874" cy="8090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11997" y="3302198"/>
            <a:ext cx="21200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Simple interface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4621" y="3141390"/>
            <a:ext cx="2517949" cy="80903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71630" y="3302198"/>
            <a:ext cx="2120131" cy="487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Browser-based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3545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8432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2992"/>
            <a:ext cx="35265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Clock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56816" y="2361754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digital clock displaying accurate current time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8432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032992"/>
            <a:ext cx="352663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 Update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121250" y="236175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time automatically every second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9889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147566"/>
            <a:ext cx="35265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Attractive UI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56816" y="3476327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clean and attractive user interface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988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147566"/>
            <a:ext cx="352663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Apply Web Skills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5121250" y="3476327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HTML, CSS, and JavaScript concepts in practice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6825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 Used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496119" y="2037606"/>
            <a:ext cx="2622724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84127"/>
            <a:ext cx="232968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2640" y="25128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37606"/>
            <a:ext cx="2622724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184127"/>
            <a:ext cx="232968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CSS3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07122" y="25128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Styling &amp; Effects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37606"/>
            <a:ext cx="2622724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184127"/>
            <a:ext cx="232968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1605" y="25128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Logic &amp;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27983"/>
            <a:ext cx="4004965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174504"/>
            <a:ext cx="3711922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VS Code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640" y="350326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27983"/>
            <a:ext cx="4004965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3174504"/>
            <a:ext cx="3711922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Browser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89363" y="350326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03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5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Working Principle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87847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801489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Format Time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73714" y="2994485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 H:M:S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73714" y="2195632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JS Retrieval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73714" y="1388627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Time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96119" y="4583385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JavaScript's </a:t>
            </a:r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setInterval()</a:t>
            </a:r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triggers a time refresh every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spc="-18" kern="0" dirty="0">
                <a:solidFill>
                  <a:srgbClr val="00FF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1000 milliseconds</a:t>
            </a:r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keeping the display perfectly in sync with the system clock.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259607"/>
            <a:ext cx="5177582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Development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3474988" y="190633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517516" y="1919622"/>
            <a:ext cx="23388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935685" y="1955006"/>
            <a:ext cx="203946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35685" y="2340471"/>
            <a:ext cx="20394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 structure &amp; layout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52331" y="190633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4859" y="1919622"/>
            <a:ext cx="23388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3029" y="1955006"/>
            <a:ext cx="203954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3029" y="2340471"/>
            <a:ext cx="2039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glow effects &amp; styling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988" y="285080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17516" y="2864086"/>
            <a:ext cx="23388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35685" y="2899470"/>
            <a:ext cx="471688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35685" y="3284934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logic &amp; real-time updates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988" y="367121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9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FF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Testing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93515"/>
            <a:ext cx="2649364" cy="17563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63677" y="528042"/>
            <a:ext cx="5188893" cy="44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5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Interface &amp; Features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1823" y="1104602"/>
            <a:ext cx="192658" cy="192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81140" y="1100658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Large, readable time display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1726778"/>
            <a:ext cx="192658" cy="1926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81140" y="1722834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updates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1823" y="2348954"/>
            <a:ext cx="192658" cy="19265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881140" y="2345010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Second-by-second changes</a:t>
            </a: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11823" y="2971130"/>
            <a:ext cx="192658" cy="19265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881140" y="2967186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&amp; attractive design</a:t>
            </a:r>
            <a:endParaRPr lang="en-US" sz="13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11823" y="3593306"/>
            <a:ext cx="192658" cy="19265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881140" y="3589362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Lightweight &amp; fast</a:t>
            </a:r>
            <a:endParaRPr lang="en-US" sz="13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11823" y="4215482"/>
            <a:ext cx="192658" cy="19265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881140" y="4211538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Works in any web browser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515"/>
            <a:ext cx="8151763" cy="472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5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&amp; Results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496119" y="1282005"/>
            <a:ext cx="518137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Performed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67694"/>
            <a:ext cx="1638449" cy="12568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8663" y="1824038"/>
            <a:ext cx="1249561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Opened the webpage successfully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7545" y="1667694"/>
            <a:ext cx="1638449" cy="12568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00089" y="1824038"/>
            <a:ext cx="1249561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Verified hours and minutes display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8972" y="1667694"/>
            <a:ext cx="1638523" cy="12568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71516" y="1824038"/>
            <a:ext cx="1249635" cy="944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Confirmed second-by-second updates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57525"/>
            <a:ext cx="1638449" cy="7847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8663" y="3213869"/>
            <a:ext cx="1249561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Tested after page refresh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67545" y="3057525"/>
            <a:ext cx="1638449" cy="78477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00089" y="3213869"/>
            <a:ext cx="1249561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Validated in web browser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496119" y="3991942"/>
            <a:ext cx="5181377" cy="524396"/>
          </a:xfrm>
          <a:prstGeom prst="roundRect">
            <a:avLst>
              <a:gd name="adj" fmla="val 11000"/>
            </a:avLst>
          </a:prstGeom>
          <a:solidFill>
            <a:srgbClr val="B6FCB8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3" y="4196209"/>
            <a:ext cx="171599" cy="13729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42305" y="4145979"/>
            <a:ext cx="505509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displays current time with automatic updates every second.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7270" y="2033960"/>
            <a:ext cx="2635300" cy="1747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10233"/>
            <a:ext cx="4722763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 &amp; Learning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3925119" y="2239119"/>
            <a:ext cx="218844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00FF4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925119" y="2624584"/>
            <a:ext cx="2188443" cy="1559123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12-hour &amp; 24-hour format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and day display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Alarm, stopwatch, countdown timer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time zones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/ light mode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64201" y="2239119"/>
            <a:ext cx="218844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009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64201" y="2624584"/>
            <a:ext cx="2188443" cy="1282750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structure &amp; CSS styling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programming &amp; DOM manipulation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 updating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testing &amp;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9438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750219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009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FF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combined create a real-time interactive web application.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knowledge gained: web development, JavaScript logic, DOM manipulation, real-time updates, testing, and project development.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785021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3052093"/>
            <a:ext cx="8151763" cy="6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200" b="1" spc="-8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67519" y="393717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Vaishnavi – BCA Student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2026-08-14T14:30:53Z</dcterms:created>
  <dcterms:modified xsi:type="dcterms:W3CDTF">2026-08-14T14:30:53Z</dcterms:modified>
</cp:coreProperties>
</file>